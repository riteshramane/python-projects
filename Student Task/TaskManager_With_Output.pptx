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994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55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 System for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Work Organization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by:-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33756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Name- Ramane Ritesh Jaywant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PRN - 23UET099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Name- Nandre Pranali Jingonda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PRN - 23UET074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0" y="3337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Guidance of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J.P. Kharat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B55CC"/>
          </a:solidFill>
          <a:ln w="12700">
            <a:solidFill>
              <a:srgbClr val="2B55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3931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 is critical for individuals and teams to stay productive and organized.
Traditional to-do lists are often disconnected — no stats, no filtering, no persistence.
This project builds a Python Task Manager with full CRUD operations, priority levels, and status tracking.
A beautiful web dashboard provides real-time visual insights alongside a CLI program.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1097280"/>
            <a:ext cx="4069080" cy="3749040"/>
          </a:xfrm>
          <a:prstGeom prst="rect">
            <a:avLst/>
          </a:prstGeom>
          <a:solidFill>
            <a:srgbClr val="EEF2FF"/>
          </a:solidFill>
          <a:ln w="19050">
            <a:solidFill>
              <a:srgbClr val="2B55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88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1572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and students face challenges in: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901952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track of tasks across priority levels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completion progress without visual tools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tasks by status or urgency quickly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Persisting tasks reliably between sessions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3456432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B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 binary classifier task system with CLI + Web Dashboard using structured Python code.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B55CC"/>
          </a:solidFill>
          <a:ln w="12700">
            <a:solidFill>
              <a:srgbClr val="2B55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Delete, and View tasks with title, description, priority, status, and due date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57200" y="16093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Priority levels (High / Medium / Low) and Status tracking (Pending / In Progress / Done)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2121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all task data to a JSON file for reliable storage between sessions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2633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CLI menu-driven program for full task management from the terminal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31455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web dashboard with live stats, progress bar, and filter by status or priority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visual indicators for overdue tasks, completion rate, and high-priority items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416966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clean, modular code with a reusable TaskManager library (todo.py)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B55CC"/>
          </a:solidFill>
          <a:ln w="12700">
            <a:solidFill>
              <a:srgbClr val="2B55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566928" cy="566928"/>
          </a:xfrm>
          <a:prstGeom prst="rect">
            <a:avLst/>
          </a:prstGeom>
          <a:solidFill>
            <a:srgbClr val="2B55CC"/>
          </a:solidFill>
          <a:ln w="12700">
            <a:solidFill>
              <a:srgbClr val="2B55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15568" y="1097280"/>
            <a:ext cx="7589520" cy="566928"/>
          </a:xfrm>
          <a:prstGeom prst="rect">
            <a:avLst/>
          </a:prstGeom>
          <a:solidFill>
            <a:srgbClr val="EEF2FF"/>
          </a:solidFill>
          <a:ln w="12700">
            <a:solidFill>
              <a:srgbClr val="D0CC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115568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todo.py — Core Library: 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and TaskManager classes with Priority/Status enums. Handles all CRUD operations and JSON persistence.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865376"/>
            <a:ext cx="566928" cy="566928"/>
          </a:xfrm>
          <a:prstGeom prst="rect">
            <a:avLst/>
          </a:prstGeom>
          <a:solidFill>
            <a:srgbClr val="2B55CC"/>
          </a:solidFill>
          <a:ln w="12700">
            <a:solidFill>
              <a:srgbClr val="2B55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65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115568" y="1865376"/>
            <a:ext cx="7589520" cy="566928"/>
          </a:xfrm>
          <a:prstGeom prst="rect">
            <a:avLst/>
          </a:prstGeom>
          <a:solidFill>
            <a:srgbClr val="EEF2FF"/>
          </a:solidFill>
          <a:ln w="12700">
            <a:solidFill>
              <a:srgbClr val="D0CC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1883664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— CLI Program: 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command-line interface. Supports add, edit, delete, filter, status update, and stats display.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633472"/>
            <a:ext cx="566928" cy="566928"/>
          </a:xfrm>
          <a:prstGeom prst="rect">
            <a:avLst/>
          </a:prstGeom>
          <a:solidFill>
            <a:srgbClr val="2B55CC"/>
          </a:solidFill>
          <a:ln w="12700">
            <a:solidFill>
              <a:srgbClr val="2B55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633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115568" y="2633472"/>
            <a:ext cx="7589520" cy="566928"/>
          </a:xfrm>
          <a:prstGeom prst="rect">
            <a:avLst/>
          </a:prstGeom>
          <a:solidFill>
            <a:srgbClr val="EEF2FF"/>
          </a:solidFill>
          <a:ln w="12700">
            <a:solidFill>
              <a:srgbClr val="D0CC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265176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dashboard.html — Web Dashboard: 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UI with live stats cards, progress bar, sidebar navigation, and modal for adding/editing tasks.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401568"/>
            <a:ext cx="566928" cy="566928"/>
          </a:xfrm>
          <a:prstGeom prst="rect">
            <a:avLst/>
          </a:prstGeom>
          <a:solidFill>
            <a:srgbClr val="2B55CC"/>
          </a:solidFill>
          <a:ln w="12700">
            <a:solidFill>
              <a:srgbClr val="2B55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401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115568" y="3401568"/>
            <a:ext cx="7589520" cy="566928"/>
          </a:xfrm>
          <a:prstGeom prst="rect">
            <a:avLst/>
          </a:prstGeom>
          <a:solidFill>
            <a:srgbClr val="EEF2FF"/>
          </a:solidFill>
          <a:ln w="12700">
            <a:solidFill>
              <a:srgbClr val="D0CC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3419856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Storage Module: 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tasks.json stores all task data. Auto-created on first run. load() and save() methods keep data persistent.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4169664"/>
            <a:ext cx="566928" cy="566928"/>
          </a:xfrm>
          <a:prstGeom prst="rect">
            <a:avLst/>
          </a:prstGeom>
          <a:solidFill>
            <a:srgbClr val="2B55CC"/>
          </a:solidFill>
          <a:ln w="12700">
            <a:solidFill>
              <a:srgbClr val="2B55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1696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115568" y="4169664"/>
            <a:ext cx="7589520" cy="566928"/>
          </a:xfrm>
          <a:prstGeom prst="rect">
            <a:avLst/>
          </a:prstGeom>
          <a:solidFill>
            <a:srgbClr val="EEF2FF"/>
          </a:solidFill>
          <a:ln w="12700">
            <a:solidFill>
              <a:srgbClr val="D0CC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418795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Stats Module: 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get_all(status_filter, priority_filter) and get_stats() provide filtered views and completion metrics.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B55CC"/>
          </a:solidFill>
          <a:ln w="12700">
            <a:solidFill>
              <a:srgbClr val="2B55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1463040" cy="438912"/>
          </a:xfrm>
          <a:prstGeom prst="rect">
            <a:avLst/>
          </a:prstGeom>
          <a:solidFill>
            <a:srgbClr val="2B55CC"/>
          </a:solidFill>
          <a:ln w="12700">
            <a:solidFill>
              <a:srgbClr val="2B55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7899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53619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0" y="111556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runs main.py (CLI) or opens dashboard.html (Web)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737360"/>
            <a:ext cx="1463040" cy="438912"/>
          </a:xfrm>
          <a:prstGeom prst="rect">
            <a:avLst/>
          </a:prstGeom>
          <a:solidFill>
            <a:srgbClr val="2B55CC"/>
          </a:solidFill>
          <a:ln w="12700">
            <a:solidFill>
              <a:srgbClr val="2B55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7373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219456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1773936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TaskManager loads tasks.json into memory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1463040" cy="438912"/>
          </a:xfrm>
          <a:prstGeom prst="rect">
            <a:avLst/>
          </a:prstGeom>
          <a:solidFill>
            <a:srgbClr val="2B55CC"/>
          </a:solidFill>
          <a:ln w="12700">
            <a:solidFill>
              <a:srgbClr val="2B55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39572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285292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2432304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action: Add / Edit / Delete / View / Filter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3054096"/>
            <a:ext cx="1463040" cy="438912"/>
          </a:xfrm>
          <a:prstGeom prst="rect">
            <a:avLst/>
          </a:prstGeom>
          <a:solidFill>
            <a:srgbClr val="2B55CC"/>
          </a:solidFill>
          <a:ln w="12700">
            <a:solidFill>
              <a:srgbClr val="2B55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05409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" y="351129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11680" y="309067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 runs: CRUD, priority set, status update, JSON save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" y="3712464"/>
            <a:ext cx="1463040" cy="438912"/>
          </a:xfrm>
          <a:prstGeom prst="rect">
            <a:avLst/>
          </a:prstGeom>
          <a:solidFill>
            <a:srgbClr val="2B55CC"/>
          </a:solidFill>
          <a:ln w="12700">
            <a:solidFill>
              <a:srgbClr val="2B55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71246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416966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11680" y="37490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prints table or Dashboard updates stats + task list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0040" y="4370832"/>
            <a:ext cx="1463040" cy="438912"/>
          </a:xfrm>
          <a:prstGeom prst="rect">
            <a:avLst/>
          </a:prstGeom>
          <a:solidFill>
            <a:srgbClr val="2B55CC"/>
          </a:solidFill>
          <a:ln w="12700">
            <a:solidFill>
              <a:srgbClr val="2B55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37083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011680" y="440740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menu — session continues until user exits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B55CC"/>
          </a:solidFill>
          <a:ln w="12700">
            <a:solidFill>
              <a:srgbClr val="2B55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Output — Dashboard &amp; CLI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0789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Output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0" y="1078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Output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4297680" cy="3493008"/>
          </a:xfrm>
          <a:prstGeom prst="rect">
            <a:avLst/>
          </a:prstGeom>
          <a:solidFill>
            <a:srgbClr val="F4F3F0"/>
          </a:solidFill>
          <a:ln w="12700">
            <a:solidFill>
              <a:srgbClr val="D0CC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89888"/>
            <a:ext cx="987552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81328"/>
            <a:ext cx="201168" cy="201168"/>
          </a:xfrm>
          <a:prstGeom prst="rect">
            <a:avLst/>
          </a:prstGeom>
          <a:solidFill>
            <a:srgbClr val="2B55CC"/>
          </a:solidFill>
          <a:ln w="12700">
            <a:solidFill>
              <a:srgbClr val="2B55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14813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TaskFlow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6344" y="1773936"/>
            <a:ext cx="877824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10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B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Tasks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02920" y="21031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02920" y="23957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02920" y="26883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02920" y="298094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435608" y="1463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23360" y="1463040"/>
            <a:ext cx="594360" cy="182880"/>
          </a:xfrm>
          <a:prstGeom prst="rect">
            <a:avLst/>
          </a:prstGeom>
          <a:solidFill>
            <a:srgbClr val="2B55CC"/>
          </a:solidFill>
          <a:ln w="12700">
            <a:solidFill>
              <a:srgbClr val="2B55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147218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 Task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435608" y="1709928"/>
            <a:ext cx="77038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35608" y="1737360"/>
            <a:ext cx="7703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35608" y="1975104"/>
            <a:ext cx="7703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242566" y="1709928"/>
            <a:ext cx="77038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2566" y="1737360"/>
            <a:ext cx="7703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242566" y="1975104"/>
            <a:ext cx="7703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049524" y="1709928"/>
            <a:ext cx="77038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49524" y="1737360"/>
            <a:ext cx="7703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6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049524" y="1975104"/>
            <a:ext cx="7703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856482" y="1709928"/>
            <a:ext cx="77038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56482" y="1737360"/>
            <a:ext cx="7703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3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856482" y="1975104"/>
            <a:ext cx="7703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435608" y="23042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Progress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297680" y="230428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B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435608" y="2505456"/>
            <a:ext cx="3191256" cy="64008"/>
          </a:xfrm>
          <a:prstGeom prst="rect">
            <a:avLst/>
          </a:prstGeom>
          <a:solidFill>
            <a:srgbClr val="D0CCC2"/>
          </a:solidFill>
          <a:ln w="12700">
            <a:solidFill>
              <a:srgbClr val="D0CCC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35608" y="2505456"/>
            <a:ext cx="542514" cy="64008"/>
          </a:xfrm>
          <a:prstGeom prst="rect">
            <a:avLst/>
          </a:prstGeom>
          <a:solidFill>
            <a:srgbClr val="2B55CC"/>
          </a:solidFill>
          <a:ln w="12700">
            <a:solidFill>
              <a:srgbClr val="2B55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35608" y="2633472"/>
            <a:ext cx="3191256" cy="201168"/>
          </a:xfrm>
          <a:prstGeom prst="rect">
            <a:avLst/>
          </a:prstGeom>
          <a:solidFill>
            <a:srgbClr val="F4F3F0"/>
          </a:solidFill>
          <a:ln w="6350">
            <a:solidFill>
              <a:srgbClr val="D0CCC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2670048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2807208" y="267004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3493008" y="267004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435608" y="2834640"/>
            <a:ext cx="3191256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CCC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90472" y="29260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architecture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807208" y="2916936"/>
            <a:ext cx="603504" cy="182880"/>
          </a:xfrm>
          <a:prstGeom prst="rect">
            <a:avLst/>
          </a:prstGeom>
          <a:solidFill>
            <a:srgbClr val="FDF0ED"/>
          </a:solidFill>
          <a:ln w="12700">
            <a:solidFill>
              <a:srgbClr val="FDF0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07208" y="2926080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C83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3465576" y="2916936"/>
            <a:ext cx="749808" cy="18288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65576" y="292608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2B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1435608" y="3182112"/>
            <a:ext cx="3191256" cy="329184"/>
          </a:xfrm>
          <a:prstGeom prst="rect">
            <a:avLst/>
          </a:prstGeom>
          <a:solidFill>
            <a:srgbClr val="F9F8F6"/>
          </a:solidFill>
          <a:ln w="3810">
            <a:solidFill>
              <a:srgbClr val="D0CCC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490472" y="327355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repository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807208" y="3264408"/>
            <a:ext cx="603504" cy="182880"/>
          </a:xfrm>
          <a:prstGeom prst="rect">
            <a:avLst/>
          </a:prstGeom>
          <a:solidFill>
            <a:srgbClr val="FDF0ED"/>
          </a:solidFill>
          <a:ln w="12700">
            <a:solidFill>
              <a:srgbClr val="FDF0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07208" y="3273552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C83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3465576" y="3264408"/>
            <a:ext cx="749808" cy="182880"/>
          </a:xfrm>
          <a:prstGeom prst="rect">
            <a:avLst/>
          </a:prstGeom>
          <a:solidFill>
            <a:srgbClr val="EDF7F1"/>
          </a:solidFill>
          <a:ln w="12700">
            <a:solidFill>
              <a:srgbClr val="EDF7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65576" y="327355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D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1435608" y="3529584"/>
            <a:ext cx="3191256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CCC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490472" y="362102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unit tests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807208" y="3611880"/>
            <a:ext cx="603504" cy="182880"/>
          </a:xfrm>
          <a:prstGeom prst="rect">
            <a:avLst/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07208" y="3621024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C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3465576" y="3611880"/>
            <a:ext cx="749808" cy="182880"/>
          </a:xfrm>
          <a:prstGeom prst="rect">
            <a:avLst/>
          </a:prstGeom>
          <a:solidFill>
            <a:srgbClr val="F4F3F0"/>
          </a:solidFill>
          <a:ln w="12700">
            <a:solidFill>
              <a:srgbClr val="F4F3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65576" y="3621024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1435608" y="3877056"/>
            <a:ext cx="3191256" cy="329184"/>
          </a:xfrm>
          <a:prstGeom prst="rect">
            <a:avLst/>
          </a:prstGeom>
          <a:solidFill>
            <a:srgbClr val="F9F8F6"/>
          </a:solidFill>
          <a:ln w="3810">
            <a:solidFill>
              <a:srgbClr val="D0CCC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490472" y="3968496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documentation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2807208" y="3959352"/>
            <a:ext cx="603504" cy="182880"/>
          </a:xfrm>
          <a:prstGeom prst="rect">
            <a:avLst/>
          </a:prstGeom>
          <a:solidFill>
            <a:srgbClr val="EDF7F1"/>
          </a:solidFill>
          <a:ln w="12700">
            <a:solidFill>
              <a:srgbClr val="EDF7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807208" y="3968496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D8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3465576" y="3959352"/>
            <a:ext cx="749808" cy="182880"/>
          </a:xfrm>
          <a:prstGeom prst="rect">
            <a:avLst/>
          </a:prstGeom>
          <a:solidFill>
            <a:srgbClr val="F4F3F0"/>
          </a:solidFill>
          <a:ln w="12700">
            <a:solidFill>
              <a:srgbClr val="F4F3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465576" y="396849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1435608" y="4224528"/>
            <a:ext cx="3191256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0CCC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490472" y="431596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payment bug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2807208" y="4306824"/>
            <a:ext cx="603504" cy="182880"/>
          </a:xfrm>
          <a:prstGeom prst="rect">
            <a:avLst/>
          </a:prstGeom>
          <a:solidFill>
            <a:srgbClr val="FDF0ED"/>
          </a:solidFill>
          <a:ln w="12700">
            <a:solidFill>
              <a:srgbClr val="FDF0E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807208" y="4315968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C83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3465576" y="4306824"/>
            <a:ext cx="749808" cy="182880"/>
          </a:xfrm>
          <a:prstGeom prst="rect">
            <a:avLst/>
          </a:prstGeom>
          <a:solidFill>
            <a:srgbClr val="F4F3F0"/>
          </a:solidFill>
          <a:ln w="12700">
            <a:solidFill>
              <a:srgbClr val="F4F3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465576" y="431596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5623560" y="14447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5102352" y="1700784"/>
            <a:ext cx="3602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78" name="Text 76"/>
          <p:cNvSpPr/>
          <p:nvPr/>
        </p:nvSpPr>
        <p:spPr>
          <a:xfrm>
            <a:off x="5102352" y="2106778"/>
            <a:ext cx="3602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79" name="Text 77"/>
          <p:cNvSpPr/>
          <p:nvPr/>
        </p:nvSpPr>
        <p:spPr>
          <a:xfrm>
            <a:off x="5102352" y="2242109"/>
            <a:ext cx="3602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780" dirty="0"/>
          </a:p>
        </p:txBody>
      </p:sp>
      <p:sp>
        <p:nvSpPr>
          <p:cNvPr id="81" name="Text 79"/>
          <p:cNvSpPr/>
          <p:nvPr/>
        </p:nvSpPr>
        <p:spPr>
          <a:xfrm>
            <a:off x="5102352" y="2512771"/>
            <a:ext cx="3602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82" name="Text 80"/>
          <p:cNvSpPr/>
          <p:nvPr/>
        </p:nvSpPr>
        <p:spPr>
          <a:xfrm>
            <a:off x="5102352" y="2648102"/>
            <a:ext cx="3602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83" name="Text 81"/>
          <p:cNvSpPr/>
          <p:nvPr/>
        </p:nvSpPr>
        <p:spPr>
          <a:xfrm>
            <a:off x="5102352" y="2783434"/>
            <a:ext cx="3602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85" name="Text 83"/>
          <p:cNvSpPr/>
          <p:nvPr/>
        </p:nvSpPr>
        <p:spPr>
          <a:xfrm>
            <a:off x="5102352" y="3054096"/>
            <a:ext cx="3602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87" name="Text 85"/>
          <p:cNvSpPr/>
          <p:nvPr/>
        </p:nvSpPr>
        <p:spPr>
          <a:xfrm>
            <a:off x="5102352" y="3324758"/>
            <a:ext cx="3602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95" name="Text 93"/>
          <p:cNvSpPr/>
          <p:nvPr/>
        </p:nvSpPr>
        <p:spPr>
          <a:xfrm>
            <a:off x="5102352" y="4407408"/>
            <a:ext cx="3602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97" name="Text 95"/>
          <p:cNvSpPr/>
          <p:nvPr/>
        </p:nvSpPr>
        <p:spPr>
          <a:xfrm>
            <a:off x="411480" y="493776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5029200" y="49377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52F97B1B-379D-1A85-7FA2-CADAB0A24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472184"/>
            <a:ext cx="3865929" cy="33542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55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9C"/>
          </a:solidFill>
          <a:ln w="12700">
            <a:solidFill>
              <a:srgbClr val="1A3A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built a complete Python Task Manager with two interfaces: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 program for terminal users and a web dashboard for visual tracking.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demonstrates OOP design, JSON file persistence, priority and status management,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filtering, and a clean professional dashboard UI.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modular structure (todo.py / main.py / dashboard.html) makes it easy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extend with features like deadlines, categories, or cloud sync.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425196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661</Words>
  <Application>Microsoft Office PowerPoint</Application>
  <PresentationFormat>On-screen Show (16:9)</PresentationFormat>
  <Paragraphs>114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Management System — with Dashboard Output</dc:title>
  <dc:subject>PptxGenJS Presentation</dc:subject>
  <dc:creator>PptxGenJS</dc:creator>
  <cp:lastModifiedBy>Ritesh Ramane</cp:lastModifiedBy>
  <cp:revision>3</cp:revision>
  <dcterms:created xsi:type="dcterms:W3CDTF">2026-05-06T02:59:15Z</dcterms:created>
  <dcterms:modified xsi:type="dcterms:W3CDTF">2026-05-06T04:38:47Z</dcterms:modified>
</cp:coreProperties>
</file>